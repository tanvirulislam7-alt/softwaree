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18DD-D82A-7392-6A87-3D47F6E90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160AA-C38F-C75F-1FC9-006C0E35D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42586-1B62-A34F-7FA4-2FADC48B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68BF-F545-1B06-61A9-9CCF45D1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C99CA-11D6-D5E5-471D-2C76E517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4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7AE9-F6A4-7ED7-A1E7-DCACDD37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9FA14-C3E0-B76B-3542-42673BB5F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3855F-87F8-B556-ECDD-F64BC1B1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18E40-5CCA-A142-ECB3-E1C007A0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3F8FF-E85F-824D-803C-36A7090D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E2DB-9479-B060-6FDE-C752581B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631E4-F534-5C42-9B27-F8FB5669A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D2A64-7025-1A45-6D80-E6293F12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813D1-6005-DB20-03FA-EB76F7B4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8B511-AFE9-59A3-3440-EB6B2620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9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6F6A8-8545-3FAD-B020-8965A654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4A660-B52B-0DE5-C735-E7B95B602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A6FC8-16EE-B5BC-661E-84C4C0ED9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CA640-6C00-CAFC-BF9B-808586BC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B73FD-03DC-851B-D555-97EEDCE3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48B8F-CE8A-D20A-E4AB-ACE239E7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1A52-13F4-E00F-BE3D-0A32D153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A5FAF-F84D-8037-E60A-F4A7C124D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33F78-4664-CEDF-30E1-2CC5F5DBC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19989-B89C-B7F9-A301-1DB5B24B2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DFC89-702B-EA91-4EA8-8ABEE15C0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150D2-5DDC-11DF-1313-84281762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B54A1E-51BF-AB4A-D1B9-3A58A175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024A7-1F9D-D1CB-718C-1D02CC1E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8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54DC-6F09-D1F8-B0FF-370C5E0E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71F25-F8D7-DD8B-86CD-C6CE5B34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968D90-EB57-7051-8E53-B4F3E1EB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2F8EF-EA95-1969-1DB2-0BA632F4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8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CB419B-42C6-4820-2797-F45A23BA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E3162B-53C1-00ED-C7E1-8C7155268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CF366-372F-60B8-A7CB-65E243B5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ADE-0BF5-5C92-1E5D-7A3F9D111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25BEE-5B33-E332-207E-3AEF18BD9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AEB72-6E1E-513D-6DC6-6C487834E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FF0B4-48E2-73A0-97C3-BD56A704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E75D-DA87-656A-AADC-4D1DA7A3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45AA8-0465-913F-943F-8EB7DE753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82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6B39-2E1D-C408-97E8-01FCC39BC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A30FC4-A3E2-107B-AC0C-23687DC5EFF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9D57A-89DF-94B7-E719-5CF9E6AB4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DC65D-550C-456C-FD63-E8754AF4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5667A-A9E4-9D6E-2213-28876D89E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74911-896B-7454-B958-341CDFC2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4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9788-89B0-77DD-436E-A5C15430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02F70-AA76-49D7-EF7F-55C0996C1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8062-8E30-97E5-DB9E-E1D1B34A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91079-DEDD-EAA8-6A95-AEF1C872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900F9-7488-171D-4A1F-2E517755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9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BADB72-7EF4-0E83-575B-431C8CA02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6F5EC-D126-0056-EEAE-8010CB9DC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C3ADA-E441-0BA5-D0BB-C0311A00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D9824-B3DD-06A2-9FB5-7E93CC7D0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89598-E85F-18D3-3A4A-6EF27A60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3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D031C5-5C4E-B983-0749-048358C88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0ED95-7E0A-770C-9817-2A3413385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8B6B2-FD92-4221-16E4-504B2C070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E52A5-B5DE-4E0C-9CFA-1FDBDFB3D2F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51C86-B259-2536-5D48-707CF8F00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70DD-0B9B-267E-2B9F-A16CCF171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7851B-0462-4EE6-8536-1FD08EC7D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0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F798-C897-58B6-3919-14E6F19BF5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NILOY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BE87D-0483-71BE-7DD4-08C193BC67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…………………………………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0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NILOY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TANVIRUL ISLAM NILOY</dc:creator>
  <cp:lastModifiedBy>TANVIRUL ISLAM NILOY</cp:lastModifiedBy>
  <cp:revision>3</cp:revision>
  <dcterms:created xsi:type="dcterms:W3CDTF">2026-10-12T15:17:02Z</dcterms:created>
  <dcterms:modified xsi:type="dcterms:W3CDTF">2026-10-12T15:42:36Z</dcterms:modified>
</cp:coreProperties>
</file>